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Retrieval Latency (p99, ms)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Retrieval Latency (p99, ms)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annoy</c:v>
                </c:pt>
                <c:pt idx="1">
                  <c:v>exact-cosine</c:v>
                </c:pt>
                <c:pt idx="2">
                  <c:v>faiss-hnsw</c:v>
                </c:pt>
                <c:pt idx="3">
                  <c:v>filtered-cosine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0.0371340898527705</c:v>
                </c:pt>
                <c:pt idx="1">
                  <c:v>5.4831765204289695</c:v>
                </c:pt>
                <c:pt idx="2">
                  <c:v>0.2553464700940821</c:v>
                </c:pt>
                <c:pt idx="3">
                  <c:v>2.4292931603304164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ms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Baseline Accuracy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Macro-F1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Text-only</c:v>
                </c:pt>
                <c:pt idx="1">
                  <c:v>Text+Concept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97.23442953973992</c:v>
                </c:pt>
                <c:pt idx="1">
                  <c:v>99.50099021974161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Micro-F1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Text-only</c:v>
                </c:pt>
                <c:pt idx="1">
                  <c:v>Text+Concept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98.32683404729431</c:v>
                </c:pt>
                <c:pt idx="1">
                  <c:v>99.68264958744446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KG-MMML: Knowledge Graph + Multi-Modal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Hybrid architecture for semantic fidelity and speed on SEC EDGAR filings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3657600" cy="1280160"/>
          </a:xfrm>
          <a:prstGeom prst="rect">
            <a:avLst/>
          </a:prstGeom>
          <a:solidFill>
            <a:srgbClr val="2196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Semantic Fidelity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SRS = 0.7571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920240"/>
            <a:ext cx="3657600" cy="1280160"/>
          </a:xfrm>
          <a:prstGeom prst="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Classification Accuracy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Macro-F1 = 99.50%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920240"/>
            <a:ext cx="3657600" cy="1280160"/>
          </a:xfrm>
          <a:prstGeom prst="rect">
            <a:avLst/>
          </a:prstGeom>
          <a:solidFill>
            <a:srgbClr val="FF98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Retrieval Speed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Latency p99 = 0.037 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5669280" cy="201168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Overview</a:t>
            </a:r>
          </a:p>
          <a:p>
            <a:pPr>
              <a:defRPr sz="1200"/>
            </a:pPr>
            <a:r>
              <a:t>Problem: Embeddings lose graph structure; pure graph queries are slow.</a:t>
            </a:r>
            <a:br/>
            <a:r>
              <a:t>Approach: Combine knowledge graph structure with vector retrieval.</a:t>
            </a:r>
            <a:br/>
            <a:r>
              <a:t>Data: SEC EDGAR facts; 2,832 nodes, 71,882 edges (Week 5–6).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69280"/>
            <a:ext cx="5669280" cy="201168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Methods</a:t>
            </a:r>
          </a:p>
          <a:p>
            <a:pPr>
              <a:defRPr sz="1200"/>
            </a:pPr>
            <a:r>
              <a:t>Architecture: Text TF-IDF + concept features (KG-as-features).</a:t>
            </a:r>
            <a:br/>
            <a:r>
              <a:t>Auto-taxonomy: Pattern rules + frequency mining (1,891 relations).</a:t>
            </a:r>
            <a:br/>
            <a:r>
              <a:t>Metrics: HP, AtP, AP → SRS; latency p99; F1 (micro/macro).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92240" y="3474720"/>
          <a:ext cx="548640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92240" y="6217920"/>
          <a:ext cx="548640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7863840"/>
            <a:ext cx="1152144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Results &amp; Next Steps</a:t>
            </a:r>
          </a:p>
          <a:p>
            <a:pPr>
              <a:defRPr sz="1200"/>
            </a:pPr>
            <a:r>
              <a:t>Findings:</a:t>
            </a:r>
            <a:br/>
            <a:r>
              <a:t>• SRS = 0.7571 (≥0.75 gate PASS); HP ≈ 27.26%.</a:t>
            </a:r>
            <a:br/>
            <a:r>
              <a:t>• Concept features boost macro-F1 by +2.27pp; micro-F1 by +1.36pp.</a:t>
            </a:r>
            <a:br/>
            <a:r>
              <a:t>• Annoy achieves p99 ≈ 0.037 ms (&lt;&lt; 150 ms target).</a:t>
            </a:r>
            <a:br/>
            <a:r>
              <a:t>• Consistency penalty (λ) hurts macro-F1 → default λ=0.0.</a:t>
            </a:r>
            <a:br/>
            <a:br/>
            <a:r>
              <a:t>Next steps:</a:t>
            </a:r>
            <a:br/>
            <a:r>
              <a:t>• Tune PyTorch joint to match sklearn; test λ∈{0.0,0.01,0.05}.</a:t>
            </a:r>
            <a:br/>
            <a:r>
              <a:t>• Implement RTF metric; production packaging.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